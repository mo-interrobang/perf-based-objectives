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07" autoAdjust="0"/>
    <p:restoredTop sz="95307" autoAdjust="0"/>
  </p:normalViewPr>
  <p:slideViewPr>
    <p:cSldViewPr>
      <p:cViewPr varScale="1">
        <p:scale>
          <a:sx n="89" d="100"/>
          <a:sy n="89" d="100"/>
        </p:scale>
        <p:origin x="-1771" y="-8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E41CA-161B-47F5-BA83-504E9BB15F0B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B80C4-D39F-4447-8106-FE529E70B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7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1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5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2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87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42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23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8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9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6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2636B-4D49-44A0-B56F-170529269845}" type="datetimeFigureOut">
              <a:rPr lang="en-US" smtClean="0"/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88C7B-37B0-4AAF-A871-8986D6E8D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28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d-blooms-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-152400"/>
            <a:ext cx="9525000" cy="714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645181" flipH="1">
            <a:off x="1253108" y="-336256"/>
            <a:ext cx="3785054" cy="2389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50555">
            <a:off x="2426932" y="1660175"/>
            <a:ext cx="3399070" cy="454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 rot="8834053">
            <a:off x="4532539" y="-1504325"/>
            <a:ext cx="2209800" cy="17543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Responsibility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Strategic Thinking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Performance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Designing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Social World.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 rot="19616129">
            <a:off x="5334000" y="304800"/>
            <a:ext cx="139012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Social design</a:t>
            </a:r>
          </a:p>
        </p:txBody>
      </p:sp>
    </p:spTree>
    <p:extLst>
      <p:ext uri="{BB962C8B-B14F-4D97-AF65-F5344CB8AC3E}">
        <p14:creationId xmlns:p14="http://schemas.microsoft.com/office/powerpoint/2010/main" val="191319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12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Siemens PLM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Chiaramonti</dc:creator>
  <cp:lastModifiedBy>Melissa Chiaramonti</cp:lastModifiedBy>
  <cp:revision>10</cp:revision>
  <dcterms:created xsi:type="dcterms:W3CDTF">2018-03-07T20:14:17Z</dcterms:created>
  <dcterms:modified xsi:type="dcterms:W3CDTF">2018-03-15T15:51:06Z</dcterms:modified>
</cp:coreProperties>
</file>